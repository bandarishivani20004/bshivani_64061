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81" r:id="rId2"/>
    <p:sldId id="285" r:id="rId3"/>
    <p:sldId id="286" r:id="rId4"/>
    <p:sldId id="287" r:id="rId5"/>
    <p:sldId id="288" r:id="rId6"/>
    <p:sldId id="290" r:id="rId7"/>
    <p:sldId id="306" r:id="rId8"/>
    <p:sldId id="315" r:id="rId9"/>
    <p:sldId id="316" r:id="rId10"/>
    <p:sldId id="31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B859D-A765-423E-8976-49A3E07343BF}" v="96" dt="2025-12-04T02:52:34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3" autoAdjust="0"/>
    <p:restoredTop sz="94674"/>
  </p:normalViewPr>
  <p:slideViewPr>
    <p:cSldViewPr snapToGrid="0">
      <p:cViewPr varScale="1">
        <p:scale>
          <a:sx n="124" d="100"/>
          <a:sy n="124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 Lekha Suggala" userId="c47c7453ca875c40" providerId="LiveId" clId="{84EE508D-7063-41BC-BC62-C0766C6791FE}"/>
    <pc:docChg chg="undo redo custSel addSld delSld modSld">
      <pc:chgData name="Chandra Lekha Suggala" userId="c47c7453ca875c40" providerId="LiveId" clId="{84EE508D-7063-41BC-BC62-C0766C6791FE}" dt="2025-12-04T02:53:12.994" v="3954" actId="123"/>
      <pc:docMkLst>
        <pc:docMk/>
      </pc:docMkLst>
      <pc:sldChg chg="addSp modSp mod">
        <pc:chgData name="Chandra Lekha Suggala" userId="c47c7453ca875c40" providerId="LiveId" clId="{84EE508D-7063-41BC-BC62-C0766C6791FE}" dt="2025-12-04T02:14:56.351" v="3425" actId="20577"/>
        <pc:sldMkLst>
          <pc:docMk/>
          <pc:sldMk cId="2286094866" sldId="281"/>
        </pc:sldMkLst>
        <pc:spChg chg="mod">
          <ac:chgData name="Chandra Lekha Suggala" userId="c47c7453ca875c40" providerId="LiveId" clId="{84EE508D-7063-41BC-BC62-C0766C6791FE}" dt="2025-12-04T02:14:48.634" v="3422" actId="255"/>
          <ac:spMkLst>
            <pc:docMk/>
            <pc:sldMk cId="2286094866" sldId="281"/>
            <ac:spMk id="2" creationId="{4AF4F748-E55C-309C-CCCF-A8303A1D7F73}"/>
          </ac:spMkLst>
        </pc:spChg>
        <pc:spChg chg="mod">
          <ac:chgData name="Chandra Lekha Suggala" userId="c47c7453ca875c40" providerId="LiveId" clId="{84EE508D-7063-41BC-BC62-C0766C6791FE}" dt="2025-12-04T02:14:56.351" v="3425" actId="20577"/>
          <ac:spMkLst>
            <pc:docMk/>
            <pc:sldMk cId="2286094866" sldId="281"/>
            <ac:spMk id="3" creationId="{11DA6F92-E418-9FD5-86FE-F0D6B5CC4CD2}"/>
          </ac:spMkLst>
        </pc:spChg>
        <pc:graphicFrameChg chg="add mod">
          <ac:chgData name="Chandra Lekha Suggala" userId="c47c7453ca875c40" providerId="LiveId" clId="{84EE508D-7063-41BC-BC62-C0766C6791FE}" dt="2025-12-04T02:10:51.822" v="3323"/>
          <ac:graphicFrameMkLst>
            <pc:docMk/>
            <pc:sldMk cId="2286094866" sldId="281"/>
            <ac:graphicFrameMk id="4" creationId="{31E0C55D-19F2-1AD5-6DA3-B17D9D8B067F}"/>
          </ac:graphicFrameMkLst>
        </pc:graphicFrameChg>
      </pc:sldChg>
      <pc:sldChg chg="addSp delSp modSp mod">
        <pc:chgData name="Chandra Lekha Suggala" userId="c47c7453ca875c40" providerId="LiveId" clId="{84EE508D-7063-41BC-BC62-C0766C6791FE}" dt="2025-12-04T02:20:49.782" v="3505" actId="1076"/>
        <pc:sldMkLst>
          <pc:docMk/>
          <pc:sldMk cId="1337207520" sldId="285"/>
        </pc:sldMkLst>
        <pc:spChg chg="mod">
          <ac:chgData name="Chandra Lekha Suggala" userId="c47c7453ca875c40" providerId="LiveId" clId="{84EE508D-7063-41BC-BC62-C0766C6791FE}" dt="2025-11-28T22:11:10.081" v="1813" actId="14100"/>
          <ac:spMkLst>
            <pc:docMk/>
            <pc:sldMk cId="1337207520" sldId="285"/>
            <ac:spMk id="2" creationId="{5A6D9F03-4022-A995-3718-D0F1B70D906D}"/>
          </ac:spMkLst>
        </pc:spChg>
        <pc:spChg chg="add del mod">
          <ac:chgData name="Chandra Lekha Suggala" userId="c47c7453ca875c40" providerId="LiveId" clId="{84EE508D-7063-41BC-BC62-C0766C6791FE}" dt="2025-12-04T02:20:49.782" v="3505" actId="1076"/>
          <ac:spMkLst>
            <pc:docMk/>
            <pc:sldMk cId="1337207520" sldId="285"/>
            <ac:spMk id="3" creationId="{6C9DB1D5-E3FB-E136-38F8-3223701F0644}"/>
          </ac:spMkLst>
        </pc:spChg>
        <pc:spChg chg="add del mod">
          <ac:chgData name="Chandra Lekha Suggala" userId="c47c7453ca875c40" providerId="LiveId" clId="{84EE508D-7063-41BC-BC62-C0766C6791FE}" dt="2025-12-04T02:16:49.189" v="3447" actId="1076"/>
          <ac:spMkLst>
            <pc:docMk/>
            <pc:sldMk cId="1337207520" sldId="285"/>
            <ac:spMk id="29" creationId="{F0178027-7D38-3765-FF50-5E868F1EEF9C}"/>
          </ac:spMkLst>
        </pc:spChg>
      </pc:sldChg>
      <pc:sldChg chg="addSp delSp modSp mod">
        <pc:chgData name="Chandra Lekha Suggala" userId="c47c7453ca875c40" providerId="LiveId" clId="{84EE508D-7063-41BC-BC62-C0766C6791FE}" dt="2025-12-04T02:53:12.994" v="3954" actId="123"/>
        <pc:sldMkLst>
          <pc:docMk/>
          <pc:sldMk cId="1522597644" sldId="286"/>
        </pc:sldMkLst>
        <pc:spChg chg="mod">
          <ac:chgData name="Chandra Lekha Suggala" userId="c47c7453ca875c40" providerId="LiveId" clId="{84EE508D-7063-41BC-BC62-C0766C6791FE}" dt="2025-11-29T19:02:20.330" v="3294" actId="20577"/>
          <ac:spMkLst>
            <pc:docMk/>
            <pc:sldMk cId="1522597644" sldId="286"/>
            <ac:spMk id="2" creationId="{FB819738-6C73-76A2-AA38-C7226D3778E4}"/>
          </ac:spMkLst>
        </pc:spChg>
        <pc:spChg chg="del mod">
          <ac:chgData name="Chandra Lekha Suggala" userId="c47c7453ca875c40" providerId="LiveId" clId="{84EE508D-7063-41BC-BC62-C0766C6791FE}" dt="2025-12-04T02:19:19.172" v="3476"/>
          <ac:spMkLst>
            <pc:docMk/>
            <pc:sldMk cId="1522597644" sldId="286"/>
            <ac:spMk id="3" creationId="{0AE55241-1A66-3F95-9891-D1D0B6DBDFEE}"/>
          </ac:spMkLst>
        </pc:spChg>
        <pc:spChg chg="add mod">
          <ac:chgData name="Chandra Lekha Suggala" userId="c47c7453ca875c40" providerId="LiveId" clId="{84EE508D-7063-41BC-BC62-C0766C6791FE}" dt="2025-12-04T02:53:12.994" v="3954" actId="123"/>
          <ac:spMkLst>
            <pc:docMk/>
            <pc:sldMk cId="1522597644" sldId="286"/>
            <ac:spMk id="4" creationId="{1FD62FA6-BAD6-914C-099F-E4213230F63E}"/>
          </ac:spMkLst>
        </pc:spChg>
      </pc:sldChg>
      <pc:sldChg chg="addSp delSp modSp mod">
        <pc:chgData name="Chandra Lekha Suggala" userId="c47c7453ca875c40" providerId="LiveId" clId="{84EE508D-7063-41BC-BC62-C0766C6791FE}" dt="2025-12-04T02:53:08.978" v="3953" actId="123"/>
        <pc:sldMkLst>
          <pc:docMk/>
          <pc:sldMk cId="232429187" sldId="287"/>
        </pc:sldMkLst>
        <pc:spChg chg="mod">
          <ac:chgData name="Chandra Lekha Suggala" userId="c47c7453ca875c40" providerId="LiveId" clId="{84EE508D-7063-41BC-BC62-C0766C6791FE}" dt="2025-12-04T02:23:30.256" v="3558" actId="20577"/>
          <ac:spMkLst>
            <pc:docMk/>
            <pc:sldMk cId="232429187" sldId="287"/>
            <ac:spMk id="2" creationId="{F704AC97-BBD4-F4B0-BE36-4E440EDA7C19}"/>
          </ac:spMkLst>
        </pc:spChg>
        <pc:spChg chg="add mod">
          <ac:chgData name="Chandra Lekha Suggala" userId="c47c7453ca875c40" providerId="LiveId" clId="{84EE508D-7063-41BC-BC62-C0766C6791FE}" dt="2025-12-04T02:53:08.978" v="3953" actId="123"/>
          <ac:spMkLst>
            <pc:docMk/>
            <pc:sldMk cId="232429187" sldId="287"/>
            <ac:spMk id="3" creationId="{325E00F5-1D5A-030A-8A25-DF1A0DB8673B}"/>
          </ac:spMkLst>
        </pc:spChg>
        <pc:spChg chg="add del mod">
          <ac:chgData name="Chandra Lekha Suggala" userId="c47c7453ca875c40" providerId="LiveId" clId="{84EE508D-7063-41BC-BC62-C0766C6791FE}" dt="2025-12-04T02:21:40.158" v="3507"/>
          <ac:spMkLst>
            <pc:docMk/>
            <pc:sldMk cId="232429187" sldId="287"/>
            <ac:spMk id="7" creationId="{6140F8CB-E001-4313-39C5-E773B10F7504}"/>
          </ac:spMkLst>
        </pc:spChg>
      </pc:sldChg>
      <pc:sldChg chg="addSp delSp modSp mod">
        <pc:chgData name="Chandra Lekha Suggala" userId="c47c7453ca875c40" providerId="LiveId" clId="{84EE508D-7063-41BC-BC62-C0766C6791FE}" dt="2025-12-04T02:25:48.733" v="3605" actId="123"/>
        <pc:sldMkLst>
          <pc:docMk/>
          <pc:sldMk cId="1892526748" sldId="288"/>
        </pc:sldMkLst>
        <pc:spChg chg="mod">
          <ac:chgData name="Chandra Lekha Suggala" userId="c47c7453ca875c40" providerId="LiveId" clId="{84EE508D-7063-41BC-BC62-C0766C6791FE}" dt="2025-12-04T02:24:16.970" v="3570" actId="20577"/>
          <ac:spMkLst>
            <pc:docMk/>
            <pc:sldMk cId="1892526748" sldId="288"/>
            <ac:spMk id="2" creationId="{BD92F1B9-D13B-576E-8978-C7EFE71059F5}"/>
          </ac:spMkLst>
        </pc:spChg>
        <pc:spChg chg="add mod">
          <ac:chgData name="Chandra Lekha Suggala" userId="c47c7453ca875c40" providerId="LiveId" clId="{84EE508D-7063-41BC-BC62-C0766C6791FE}" dt="2025-12-04T02:25:48.733" v="3605" actId="123"/>
          <ac:spMkLst>
            <pc:docMk/>
            <pc:sldMk cId="1892526748" sldId="288"/>
            <ac:spMk id="3" creationId="{D4BA6AF5-45E6-F657-E4A0-EB1331EAFE70}"/>
          </ac:spMkLst>
        </pc:spChg>
        <pc:spChg chg="del mod">
          <ac:chgData name="Chandra Lekha Suggala" userId="c47c7453ca875c40" providerId="LiveId" clId="{84EE508D-7063-41BC-BC62-C0766C6791FE}" dt="2025-12-04T02:24:20.749" v="3572"/>
          <ac:spMkLst>
            <pc:docMk/>
            <pc:sldMk cId="1892526748" sldId="288"/>
            <ac:spMk id="5" creationId="{AC5A8716-6C1F-B5A7-C802-94E12B9CAC93}"/>
          </ac:spMkLst>
        </pc:spChg>
      </pc:sldChg>
      <pc:sldChg chg="addSp delSp modSp mod">
        <pc:chgData name="Chandra Lekha Suggala" userId="c47c7453ca875c40" providerId="LiveId" clId="{84EE508D-7063-41BC-BC62-C0766C6791FE}" dt="2025-12-04T02:31:38.826" v="3752" actId="20577"/>
        <pc:sldMkLst>
          <pc:docMk/>
          <pc:sldMk cId="1852212792" sldId="290"/>
        </pc:sldMkLst>
        <pc:spChg chg="mod">
          <ac:chgData name="Chandra Lekha Suggala" userId="c47c7453ca875c40" providerId="LiveId" clId="{84EE508D-7063-41BC-BC62-C0766C6791FE}" dt="2025-12-04T02:31:38.826" v="3752" actId="20577"/>
          <ac:spMkLst>
            <pc:docMk/>
            <pc:sldMk cId="1852212792" sldId="290"/>
            <ac:spMk id="2" creationId="{97DEB4E5-F0F6-5BDC-B492-E24071A2F021}"/>
          </ac:spMkLst>
        </pc:spChg>
        <pc:spChg chg="add mod">
          <ac:chgData name="Chandra Lekha Suggala" userId="c47c7453ca875c40" providerId="LiveId" clId="{84EE508D-7063-41BC-BC62-C0766C6791FE}" dt="2025-12-04T02:30:15.696" v="3705" actId="1076"/>
          <ac:spMkLst>
            <pc:docMk/>
            <pc:sldMk cId="1852212792" sldId="290"/>
            <ac:spMk id="3" creationId="{C213E60A-767C-0E8A-A3D5-BB83764D1C66}"/>
          </ac:spMkLst>
        </pc:spChg>
        <pc:spChg chg="del mod">
          <ac:chgData name="Chandra Lekha Suggala" userId="c47c7453ca875c40" providerId="LiveId" clId="{84EE508D-7063-41BC-BC62-C0766C6791FE}" dt="2025-12-04T02:26:28.797" v="3607"/>
          <ac:spMkLst>
            <pc:docMk/>
            <pc:sldMk cId="1852212792" sldId="290"/>
            <ac:spMk id="4" creationId="{E91B33DB-C12D-58CE-C132-82E32F07AD65}"/>
          </ac:spMkLst>
        </pc:spChg>
        <pc:picChg chg="add mod">
          <ac:chgData name="Chandra Lekha Suggala" userId="c47c7453ca875c40" providerId="LiveId" clId="{84EE508D-7063-41BC-BC62-C0766C6791FE}" dt="2025-12-04T02:30:28.545" v="3706" actId="1076"/>
          <ac:picMkLst>
            <pc:docMk/>
            <pc:sldMk cId="1852212792" sldId="290"/>
            <ac:picMk id="5123" creationId="{C7AC5531-57AE-1DC1-FDC9-38B8728192B3}"/>
          </ac:picMkLst>
        </pc:picChg>
      </pc:sldChg>
      <pc:sldChg chg="addSp delSp modSp add mod">
        <pc:chgData name="Chandra Lekha Suggala" userId="c47c7453ca875c40" providerId="LiveId" clId="{84EE508D-7063-41BC-BC62-C0766C6791FE}" dt="2025-12-04T02:31:26.505" v="3731" actId="14100"/>
        <pc:sldMkLst>
          <pc:docMk/>
          <pc:sldMk cId="3788842474" sldId="306"/>
        </pc:sldMkLst>
        <pc:spChg chg="add del mod">
          <ac:chgData name="Chandra Lekha Suggala" userId="c47c7453ca875c40" providerId="LiveId" clId="{84EE508D-7063-41BC-BC62-C0766C6791FE}" dt="2025-12-04T02:30:42.538" v="3708" actId="478"/>
          <ac:spMkLst>
            <pc:docMk/>
            <pc:sldMk cId="3788842474" sldId="306"/>
            <ac:spMk id="2" creationId="{67FCBE41-1FB0-D9CC-9716-A6CD8A99860E}"/>
          </ac:spMkLst>
        </pc:spChg>
        <pc:spChg chg="del mod">
          <ac:chgData name="Chandra Lekha Suggala" userId="c47c7453ca875c40" providerId="LiveId" clId="{84EE508D-7063-41BC-BC62-C0766C6791FE}" dt="2025-12-04T02:28:41.274" v="3674"/>
          <ac:spMkLst>
            <pc:docMk/>
            <pc:sldMk cId="3788842474" sldId="306"/>
            <ac:spMk id="3" creationId="{5380010A-58B3-3FA2-5525-62857AD41F7C}"/>
          </ac:spMkLst>
        </pc:spChg>
        <pc:spChg chg="add mod">
          <ac:chgData name="Chandra Lekha Suggala" userId="c47c7453ca875c40" providerId="LiveId" clId="{84EE508D-7063-41BC-BC62-C0766C6791FE}" dt="2025-12-04T02:29:53.574" v="3703" actId="113"/>
          <ac:spMkLst>
            <pc:docMk/>
            <pc:sldMk cId="3788842474" sldId="306"/>
            <ac:spMk id="4" creationId="{76CB701C-385F-D95D-4636-B998B4D48784}"/>
          </ac:spMkLst>
        </pc:spChg>
        <pc:spChg chg="add del mod">
          <ac:chgData name="Chandra Lekha Suggala" userId="c47c7453ca875c40" providerId="LiveId" clId="{84EE508D-7063-41BC-BC62-C0766C6791FE}" dt="2025-12-04T02:31:26.505" v="3731" actId="14100"/>
          <ac:spMkLst>
            <pc:docMk/>
            <pc:sldMk cId="3788842474" sldId="306"/>
            <ac:spMk id="6" creationId="{D7437B85-8177-5CC5-1D5E-701992674D0A}"/>
          </ac:spMkLst>
        </pc:spChg>
        <pc:picChg chg="add del mod">
          <ac:chgData name="Chandra Lekha Suggala" userId="c47c7453ca875c40" providerId="LiveId" clId="{84EE508D-7063-41BC-BC62-C0766C6791FE}" dt="2025-12-04T02:29:28.658" v="3698" actId="478"/>
          <ac:picMkLst>
            <pc:docMk/>
            <pc:sldMk cId="3788842474" sldId="306"/>
            <ac:picMk id="9" creationId="{1A96FD70-4EBE-9B8F-4E34-DD3FC677AEAC}"/>
          </ac:picMkLst>
        </pc:picChg>
        <pc:picChg chg="add mod">
          <ac:chgData name="Chandra Lekha Suggala" userId="c47c7453ca875c40" providerId="LiveId" clId="{84EE508D-7063-41BC-BC62-C0766C6791FE}" dt="2025-12-04T02:30:35.485" v="3707" actId="1076"/>
          <ac:picMkLst>
            <pc:docMk/>
            <pc:sldMk cId="3788842474" sldId="306"/>
            <ac:picMk id="6147" creationId="{F21467FF-2695-C828-CB0A-012C951C6E04}"/>
          </ac:picMkLst>
        </pc:picChg>
      </pc:sldChg>
      <pc:sldChg chg="addSp delSp modSp del mod">
        <pc:chgData name="Chandra Lekha Suggala" userId="c47c7453ca875c40" providerId="LiveId" clId="{84EE508D-7063-41BC-BC62-C0766C6791FE}" dt="2025-12-04T02:48:20.997" v="3838" actId="47"/>
        <pc:sldMkLst>
          <pc:docMk/>
          <pc:sldMk cId="377538655" sldId="314"/>
        </pc:sldMkLst>
      </pc:sldChg>
      <pc:sldChg chg="addSp delSp modSp add mod">
        <pc:chgData name="Chandra Lekha Suggala" userId="c47c7453ca875c40" providerId="LiveId" clId="{84EE508D-7063-41BC-BC62-C0766C6791FE}" dt="2025-12-04T02:48:00.767" v="3837" actId="113"/>
        <pc:sldMkLst>
          <pc:docMk/>
          <pc:sldMk cId="2302301663" sldId="315"/>
        </pc:sldMkLst>
        <pc:spChg chg="add mod">
          <ac:chgData name="Chandra Lekha Suggala" userId="c47c7453ca875c40" providerId="LiveId" clId="{84EE508D-7063-41BC-BC62-C0766C6791FE}" dt="2025-12-04T02:32:29.719" v="3774" actId="20577"/>
          <ac:spMkLst>
            <pc:docMk/>
            <pc:sldMk cId="2302301663" sldId="315"/>
            <ac:spMk id="2" creationId="{8F764AB7-C775-8065-9A03-DBCAEA7A5405}"/>
          </ac:spMkLst>
        </pc:spChg>
        <pc:spChg chg="add del mod">
          <ac:chgData name="Chandra Lekha Suggala" userId="c47c7453ca875c40" providerId="LiveId" clId="{84EE508D-7063-41BC-BC62-C0766C6791FE}" dt="2025-12-04T02:46:57.079" v="3801"/>
          <ac:spMkLst>
            <pc:docMk/>
            <pc:sldMk cId="2302301663" sldId="315"/>
            <ac:spMk id="3" creationId="{7BD97CE0-6BDA-FDBD-069D-6FF726347F19}"/>
          </ac:spMkLst>
        </pc:spChg>
        <pc:spChg chg="add mod">
          <ac:chgData name="Chandra Lekha Suggala" userId="c47c7453ca875c40" providerId="LiveId" clId="{84EE508D-7063-41BC-BC62-C0766C6791FE}" dt="2025-12-04T02:48:00.767" v="3837" actId="113"/>
          <ac:spMkLst>
            <pc:docMk/>
            <pc:sldMk cId="2302301663" sldId="315"/>
            <ac:spMk id="4" creationId="{E006EF9F-6CB7-B2F3-6D54-541CB7841EB1}"/>
          </ac:spMkLst>
        </pc:spChg>
        <pc:spChg chg="del mod">
          <ac:chgData name="Chandra Lekha Suggala" userId="c47c7453ca875c40" providerId="LiveId" clId="{84EE508D-7063-41BC-BC62-C0766C6791FE}" dt="2025-12-04T02:32:33.456" v="3776"/>
          <ac:spMkLst>
            <pc:docMk/>
            <pc:sldMk cId="2302301663" sldId="315"/>
            <ac:spMk id="5" creationId="{22F14C17-7137-4653-2334-DDD92D2D645E}"/>
          </ac:spMkLst>
        </pc:spChg>
      </pc:sldChg>
      <pc:sldChg chg="addSp delSp modSp add mod">
        <pc:chgData name="Chandra Lekha Suggala" userId="c47c7453ca875c40" providerId="LiveId" clId="{84EE508D-7063-41BC-BC62-C0766C6791FE}" dt="2025-12-04T02:49:56.924" v="3870" actId="1076"/>
        <pc:sldMkLst>
          <pc:docMk/>
          <pc:sldMk cId="1360303334" sldId="316"/>
        </pc:sldMkLst>
        <pc:spChg chg="add mod">
          <ac:chgData name="Chandra Lekha Suggala" userId="c47c7453ca875c40" providerId="LiveId" clId="{84EE508D-7063-41BC-BC62-C0766C6791FE}" dt="2025-11-29T18:57:19.061" v="3255" actId="20577"/>
          <ac:spMkLst>
            <pc:docMk/>
            <pc:sldMk cId="1360303334" sldId="316"/>
            <ac:spMk id="2" creationId="{1D08B1DE-E434-BF81-687C-58E8385055E2}"/>
          </ac:spMkLst>
        </pc:spChg>
        <pc:spChg chg="del mod">
          <ac:chgData name="Chandra Lekha Suggala" userId="c47c7453ca875c40" providerId="LiveId" clId="{84EE508D-7063-41BC-BC62-C0766C6791FE}" dt="2025-12-04T02:48:57.032" v="3842"/>
          <ac:spMkLst>
            <pc:docMk/>
            <pc:sldMk cId="1360303334" sldId="316"/>
            <ac:spMk id="3" creationId="{88683C44-4FE7-3370-910C-F1F7997395DB}"/>
          </ac:spMkLst>
        </pc:spChg>
        <pc:spChg chg="add mod">
          <ac:chgData name="Chandra Lekha Suggala" userId="c47c7453ca875c40" providerId="LiveId" clId="{84EE508D-7063-41BC-BC62-C0766C6791FE}" dt="2025-12-04T02:49:56.924" v="3870" actId="1076"/>
          <ac:spMkLst>
            <pc:docMk/>
            <pc:sldMk cId="1360303334" sldId="316"/>
            <ac:spMk id="4" creationId="{19F0A16F-D4F3-DFB5-3B5C-736908F74A65}"/>
          </ac:spMkLst>
        </pc:spChg>
      </pc:sldChg>
      <pc:sldChg chg="addSp delSp modSp add mod">
        <pc:chgData name="Chandra Lekha Suggala" userId="c47c7453ca875c40" providerId="LiveId" clId="{84EE508D-7063-41BC-BC62-C0766C6791FE}" dt="2025-12-04T02:52:34.972" v="3952" actId="123"/>
        <pc:sldMkLst>
          <pc:docMk/>
          <pc:sldMk cId="313457529" sldId="317"/>
        </pc:sldMkLst>
        <pc:spChg chg="mod">
          <ac:chgData name="Chandra Lekha Suggala" userId="c47c7453ca875c40" providerId="LiveId" clId="{84EE508D-7063-41BC-BC62-C0766C6791FE}" dt="2025-12-04T02:50:19.913" v="3900" actId="20577"/>
          <ac:spMkLst>
            <pc:docMk/>
            <pc:sldMk cId="313457529" sldId="317"/>
            <ac:spMk id="2" creationId="{109428A0-A9A4-3864-D75E-FEF52F09629D}"/>
          </ac:spMkLst>
        </pc:spChg>
        <pc:spChg chg="add mod">
          <ac:chgData name="Chandra Lekha Suggala" userId="c47c7453ca875c40" providerId="LiveId" clId="{84EE508D-7063-41BC-BC62-C0766C6791FE}" dt="2025-12-04T02:52:34.972" v="3952" actId="123"/>
          <ac:spMkLst>
            <pc:docMk/>
            <pc:sldMk cId="313457529" sldId="317"/>
            <ac:spMk id="3" creationId="{3376E302-5D72-D7B3-5AF2-57846858EF5C}"/>
          </ac:spMkLst>
        </pc:spChg>
        <pc:spChg chg="del mod">
          <ac:chgData name="Chandra Lekha Suggala" userId="c47c7453ca875c40" providerId="LiveId" clId="{84EE508D-7063-41BC-BC62-C0766C6791FE}" dt="2025-12-04T02:50:55.826" v="3902"/>
          <ac:spMkLst>
            <pc:docMk/>
            <pc:sldMk cId="313457529" sldId="317"/>
            <ac:spMk id="4" creationId="{7EED9D91-1774-CF59-FD55-64D34F617721}"/>
          </ac:spMkLst>
        </pc:spChg>
      </pc:sldChg>
      <pc:sldChg chg="modSp del mod">
        <pc:chgData name="Chandra Lekha Suggala" userId="c47c7453ca875c40" providerId="LiveId" clId="{84EE508D-7063-41BC-BC62-C0766C6791FE}" dt="2025-12-04T02:48:53.516" v="3840" actId="47"/>
        <pc:sldMkLst>
          <pc:docMk/>
          <pc:sldMk cId="2260670839" sldId="317"/>
        </pc:sldMkLst>
        <pc:spChg chg="mod">
          <ac:chgData name="Chandra Lekha Suggala" userId="c47c7453ca875c40" providerId="LiveId" clId="{84EE508D-7063-41BC-BC62-C0766C6791FE}" dt="2025-12-04T02:48:49.502" v="3839" actId="6549"/>
          <ac:spMkLst>
            <pc:docMk/>
            <pc:sldMk cId="2260670839" sldId="317"/>
            <ac:spMk id="2" creationId="{631B62F0-94A7-A47D-8C9C-FD5FCB4098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723D4-6314-473C-9EB2-EF402D3C4CAB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1E969-F95A-4AF4-B889-BA9B9C7EDC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26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8C9DE0-81E4-4A0C-A860-15392BA660A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061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000" y="2388108"/>
            <a:ext cx="10365999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72C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377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72C6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1/22/24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CS</a:t>
            </a:r>
            <a:r>
              <a:rPr spc="10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10" dirty="0"/>
              <a:t>47205/57205: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74295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72C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377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72C6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1/22/24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CS</a:t>
            </a:r>
            <a:r>
              <a:rPr spc="10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10" dirty="0"/>
              <a:t>47205/57205: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97669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72C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72C6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1/22/24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CS</a:t>
            </a:r>
            <a:r>
              <a:rPr spc="10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10" dirty="0"/>
              <a:t>47205/57205: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865111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72C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72C6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1/22/24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CS</a:t>
            </a:r>
            <a:r>
              <a:rPr spc="10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10" dirty="0"/>
              <a:t>47205/57205: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37573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72C6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1/22/24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CS</a:t>
            </a:r>
            <a:r>
              <a:rPr spc="10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10" dirty="0"/>
              <a:t>47205/57205: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73152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D6BAD-DC47-4881-B9C6-A261981177B5}" type="datetimeFigureOut">
              <a:rPr lang="en-IN" smtClean="0"/>
              <a:t>03/12/25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A2F70D8-A30C-4D36-919B-E89A80E26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59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0730057" cy="56587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60309" y="177976"/>
            <a:ext cx="760648" cy="7266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733044"/>
            <a:ext cx="907288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72C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33798" y="2379979"/>
            <a:ext cx="6445884" cy="2957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377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260750" y="6349330"/>
            <a:ext cx="445134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72C6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1/22/24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776250" y="6316144"/>
            <a:ext cx="2470784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F7F7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CS</a:t>
            </a:r>
            <a:r>
              <a:rPr spc="10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10" dirty="0"/>
              <a:t>47205/57205: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5963" y="6349330"/>
            <a:ext cx="22860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62707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F748-E55C-309C-CCCF-A8303A1D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621792"/>
            <a:ext cx="10809732" cy="2660904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Hybrid Deep Learning and Machine Learning Framework for Fruit Damage Segmentation and Quality Assessment”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A6F92-E418-9FD5-86FE-F0D6B5CC4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664" y="3694176"/>
            <a:ext cx="9948672" cy="2880360"/>
          </a:xfrm>
        </p:spPr>
        <p:txBody>
          <a:bodyPr>
            <a:noAutofit/>
          </a:bodyPr>
          <a:lstStyle/>
          <a:p>
            <a:pPr lvl="0" algn="r">
              <a:lnSpc>
                <a:spcPct val="110000"/>
              </a:lnSpc>
            </a:pPr>
            <a:endParaRPr lang="en-IN" sz="2000" b="1" kern="1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Systems and Business Analytics </a:t>
            </a:r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Kent State University </a:t>
            </a:r>
          </a:p>
          <a:p>
            <a:pPr algn="ctr">
              <a:lnSpc>
                <a:spcPct val="150000"/>
              </a:lnSpc>
            </a:pP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Chaojiang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(CJ) Wu, Ph.D.</a:t>
            </a:r>
          </a:p>
          <a:p>
            <a:pPr algn="r">
              <a:lnSpc>
                <a:spcPct val="110000"/>
              </a:lnSpc>
            </a:pPr>
            <a:r>
              <a:rPr lang="en-IN" sz="2000" b="1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</a:t>
            </a:r>
            <a:r>
              <a:rPr lang="en-IN" sz="2000" b="1" kern="100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by: </a:t>
            </a:r>
          </a:p>
          <a:p>
            <a:pPr lvl="0" algn="r">
              <a:lnSpc>
                <a:spcPct val="110000"/>
              </a:lnSpc>
            </a:pPr>
            <a:r>
              <a:rPr lang="en-US" sz="1600" kern="100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Shivani Bandari</a:t>
            </a:r>
          </a:p>
          <a:p>
            <a:pPr lvl="0" algn="r">
              <a:lnSpc>
                <a:spcPct val="110000"/>
              </a:lnSpc>
            </a:pPr>
            <a:r>
              <a:rPr lang="en-US" sz="1600" kern="100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bshivani@kent.edu </a:t>
            </a:r>
          </a:p>
          <a:p>
            <a:pPr algn="r">
              <a:lnSpc>
                <a:spcPct val="110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811363266</a:t>
            </a:r>
            <a:endParaRPr lang="en-US" sz="1600" kern="100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Audio Recording 3 Dec 2025 at 10:07:42 PM">
            <a:hlinkClick r:id="" action="ppaction://media"/>
            <a:extLst>
              <a:ext uri="{FF2B5EF4-FFF2-40B4-BE49-F238E27FC236}">
                <a16:creationId xmlns:a16="http://schemas.microsoft.com/office/drawing/2014/main" id="{4E4AF8F4-DD1D-F300-37BC-AFA23BCC32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9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9F03-4022-A995-3718-D0F1B70D9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3045"/>
            <a:ext cx="12191999" cy="41910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91FECE5F-325B-27D7-776F-098411CDD32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00350" y="2483869"/>
            <a:ext cx="8233867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6">
            <a:extLst>
              <a:ext uri="{FF2B5EF4-FFF2-40B4-BE49-F238E27FC236}">
                <a16:creationId xmlns:a16="http://schemas.microsoft.com/office/drawing/2014/main" id="{F0178027-7D38-3765-FF50-5E868F1EEF9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016223" y="-2047100"/>
            <a:ext cx="6722341" cy="82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C9DB1D5-E3FB-E136-38F8-3223701F064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65199" y="1361569"/>
            <a:ext cx="10261600" cy="510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Fruit quality inspection is important for preventing spoiled or damaged fruits from reaching consumers.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is slow, inconsistent, and prone to human error.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allows computers to automatically analyze fruit images and detect damage accurately.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computer vision to classify fruits as healthy or damaged.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combination of CNN (Deep Learning) and Machine Learning models is used for comparison.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build a reliable and efficient system for automated fruit quality assessment.</a:t>
            </a:r>
          </a:p>
        </p:txBody>
      </p:sp>
      <p:pic>
        <p:nvPicPr>
          <p:cNvPr id="4" name="Audio Recording 3 Dec 2025 at 10:09:05 PM">
            <a:hlinkClick r:id="" action="ppaction://media"/>
            <a:extLst>
              <a:ext uri="{FF2B5EF4-FFF2-40B4-BE49-F238E27FC236}">
                <a16:creationId xmlns:a16="http://schemas.microsoft.com/office/drawing/2014/main" id="{30A83072-3323-1C0A-3156-64D69D8656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20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4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7E7E-9B25-3D6C-148A-51F4AA27E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9738-6C73-76A2-AA38-C7226D377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23138"/>
            <a:ext cx="12192000" cy="49244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D62FA6-BAD6-914C-099F-E4213230F6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749" y="1346567"/>
            <a:ext cx="10693977" cy="510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Damaged fruits often go unnoticed during manual inspection, leading to customer complaints and economic loss.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inspection is slow, inconsistent, and depends on individual experience.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using deep learning provides faster, more accurate, and repeatable results.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can identify subtle damage patterns that may not be visible to the human eye.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AI for fruit quality assessment helps improve food safety, reduce waste, and support large-scale agricultural operations.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show how ML and DL can solve real-world problems in agriculture.</a:t>
            </a:r>
          </a:p>
        </p:txBody>
      </p:sp>
      <p:pic>
        <p:nvPicPr>
          <p:cNvPr id="3" name="Audio Recording 3 Dec 2025 at 10:10:41 PM">
            <a:hlinkClick r:id="" action="ppaction://media"/>
            <a:extLst>
              <a:ext uri="{FF2B5EF4-FFF2-40B4-BE49-F238E27FC236}">
                <a16:creationId xmlns:a16="http://schemas.microsoft.com/office/drawing/2014/main" id="{1BAD469A-CCC3-FD85-20EE-76FFA8C4B0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9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1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CE710-1E89-E129-CA58-0C22DE1D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AC97-BBD4-F4B0-BE36-4E440EDA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7008"/>
            <a:ext cx="12192000" cy="49244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 DESCRIPTION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25E00F5-1D5A-030A-8A25-DF1A0DB867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9128" y="2365656"/>
            <a:ext cx="9809307" cy="257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high-quality images of fruits labeled as healthy or damaged.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show variations in lighting, color, texture, and different types of damage.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suitable for both classification and segmentation tasks.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images were resized, normalized, and augmented before training.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was divided into training, validation, and testing sets for fair evaluation.</a:t>
            </a:r>
          </a:p>
        </p:txBody>
      </p:sp>
      <p:pic>
        <p:nvPicPr>
          <p:cNvPr id="4" name="Audio Recording 3 Dec 2025 at 10:11:47 PM">
            <a:hlinkClick r:id="" action="ppaction://media"/>
            <a:extLst>
              <a:ext uri="{FF2B5EF4-FFF2-40B4-BE49-F238E27FC236}">
                <a16:creationId xmlns:a16="http://schemas.microsoft.com/office/drawing/2014/main" id="{79C1EA6F-FB36-9107-B307-970D359F00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2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5F9DD-C103-EEBB-B14F-D73330BB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F1B9-D13B-576E-8978-C7EFE710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3044"/>
            <a:ext cx="12192000" cy="49244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BA6AF5-45E6-F657-E4A0-EB1331EAFE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5382" y="1999143"/>
            <a:ext cx="9568873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fruit images containing both healthy and damaged samples.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images by resizing, normalizing, and applying data augmentation.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a U-Net model to segment and highlight the damaged regions on the fruit.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CNN classifier to categorize images as healthy or damaged.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machine learning baseline models (SVM, Logistic Regression, Random Forest) for comparison.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all models using accuracy, loss curves, confusion matrices, and visual outputs.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results through segmentation masks, predictions, and performance graphs.</a:t>
            </a:r>
          </a:p>
        </p:txBody>
      </p:sp>
      <p:pic>
        <p:nvPicPr>
          <p:cNvPr id="4" name="Audio Recording 3 Dec 2025 at 10:12:57 PM">
            <a:hlinkClick r:id="" action="ppaction://media"/>
            <a:extLst>
              <a:ext uri="{FF2B5EF4-FFF2-40B4-BE49-F238E27FC236}">
                <a16:creationId xmlns:a16="http://schemas.microsoft.com/office/drawing/2014/main" id="{1690C73E-663E-A26B-844B-0BE078FBDF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2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872A4-2269-B8B0-5B35-BB56E4E3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B4E5-F0F6-5BDC-B492-E24071A2F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3044"/>
            <a:ext cx="12191999" cy="49244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213E60A-767C-0E8A-A3D5-BB83764D1C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1824" y="1904950"/>
            <a:ext cx="5935085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graph shows how the training loss and validation loss change during each epoch.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measures how well the model is learning and improving over time.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decreasing loss means the model is learning the patterns in the images correctly.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training and validation loss reduced steadily, indicating stable and effective learning.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similar trend between the two curves shows that the model did not overfit.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C7AC5531-57AE-1DC1-FDC9-38B872819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821" y="2262188"/>
            <a:ext cx="5210175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udio Recording 3 Dec 2025 at 10:13:42 PM">
            <a:hlinkClick r:id="" action="ppaction://media"/>
            <a:extLst>
              <a:ext uri="{FF2B5EF4-FFF2-40B4-BE49-F238E27FC236}">
                <a16:creationId xmlns:a16="http://schemas.microsoft.com/office/drawing/2014/main" id="{C0993D95-0DCD-0BDB-CBC9-9815FEECBB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1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218C-8E6B-EC35-7BD1-283D4C25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6CB701C-385F-D95D-4636-B998B4D487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803" y="1859344"/>
            <a:ext cx="5960052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graph shows how the training accuracy and validation accuracy improved across epochs.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indicates how correctly the model classified healthy and damaged fruit images.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curves steadily increased and then stabilized, showing effective learning.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close alignment between training and validation accuracy suggests the model generalizes well.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accuracy levels indicate that the CNN model can reliably classify new fruit images.</a:t>
            </a: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F21467FF-2695-C828-CB0A-012C951C6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431" y="2350565"/>
            <a:ext cx="5295900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7437B85-8177-5CC5-1D5E-70199267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3044"/>
            <a:ext cx="12191999" cy="49244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CURVE</a:t>
            </a:r>
          </a:p>
        </p:txBody>
      </p:sp>
      <p:pic>
        <p:nvPicPr>
          <p:cNvPr id="2" name="Audio Recording 3 Dec 2025 at 10:14:49 PM">
            <a:hlinkClick r:id="" action="ppaction://media"/>
            <a:extLst>
              <a:ext uri="{FF2B5EF4-FFF2-40B4-BE49-F238E27FC236}">
                <a16:creationId xmlns:a16="http://schemas.microsoft.com/office/drawing/2014/main" id="{FA2E9B91-EF8F-0ADB-3E6C-69B653E03D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4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8D568-B2ED-0DF8-FF99-38495867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4AB7-C775-8065-9A03-DBCAEA7A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85262"/>
            <a:ext cx="12191999" cy="49244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06EF9F-6CB7-B2F3-6D54-541CB7841E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5381" y="1619092"/>
            <a:ext cx="9901238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CNN model successfully classified fruit images as healthy or damaged.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accuracy increased and stabilized, showing strong learning.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 decreased, indicating efficient optimization.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Training Accuracy: 98.99%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Validation Accuracy: 99.53%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Training Loss: 0.0385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Validation Loss: 0.0138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predictions on test images matched the actual fruit condition in most cases.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deep learning approach proved highly effective for automated fruit damage detection.</a:t>
            </a:r>
          </a:p>
        </p:txBody>
      </p:sp>
      <p:pic>
        <p:nvPicPr>
          <p:cNvPr id="3" name="Audio Recording 3 Dec 2025 at 10:16:04 PM">
            <a:hlinkClick r:id="" action="ppaction://media"/>
            <a:extLst>
              <a:ext uri="{FF2B5EF4-FFF2-40B4-BE49-F238E27FC236}">
                <a16:creationId xmlns:a16="http://schemas.microsoft.com/office/drawing/2014/main" id="{A327AC5F-A6D4-B9E5-471C-A1AA6BE7C2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0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C2500-3E21-D4F4-15F0-5F31B68D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B1DE-E434-BF81-687C-58E83850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3044"/>
            <a:ext cx="12191999" cy="49244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F0A16F-D4F3-DFB5-3B5C-736908F74A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9890" y="1780974"/>
            <a:ext cx="10012218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CNN model accurately distinguished healthy and damaged fruits, achieving strong performance on both training and validation sets.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reached a training accuracy of 98.99% and validation accuracy of 99.53%, showing excellent generalization.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values decreased steadily, confirming stable learning and proper optimization.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Predictions on test images closely matched real fruit conditions, proving the model’s reliability.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deep learning framework provides an effective and automated solution for fruit damage detection and quality assessment.</a:t>
            </a:r>
          </a:p>
        </p:txBody>
      </p:sp>
      <p:pic>
        <p:nvPicPr>
          <p:cNvPr id="3" name="Audio Recording 3 Dec 2025 at 10:16:51 PM">
            <a:hlinkClick r:id="" action="ppaction://media"/>
            <a:extLst>
              <a:ext uri="{FF2B5EF4-FFF2-40B4-BE49-F238E27FC236}">
                <a16:creationId xmlns:a16="http://schemas.microsoft.com/office/drawing/2014/main" id="{49DCECDB-E157-3E8C-B220-38EE71BF87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0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0B317-E1C3-1D20-3473-3CBD03DE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28A0-A9A4-3864-D75E-FEF52F09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3044"/>
            <a:ext cx="12191999" cy="49244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376E302-5D72-D7B3-5AF2-57846858EF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3709" y="1860565"/>
            <a:ext cx="10030691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dataset with more fruit types and a wider range of damage patterns.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advanced deep learning models such as Vision Transformers 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YOLO detectors for higher accuracy.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U-Net or other segmentation models for even more precise damage localization.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Deploying the model on mobile or edge devices for real-time fruit quality inspection.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Exploring additional data sources like hyperspectral or 3D imaging to detect internal or hidden damage.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Applying hyperparameter tuning and ensemble methods to further improve robustness and performance.</a:t>
            </a:r>
          </a:p>
        </p:txBody>
      </p:sp>
      <p:pic>
        <p:nvPicPr>
          <p:cNvPr id="4" name="Audio Recording 3 Dec 2025 at 10:17:44 PM">
            <a:hlinkClick r:id="" action="ppaction://media"/>
            <a:extLst>
              <a:ext uri="{FF2B5EF4-FFF2-40B4-BE49-F238E27FC236}">
                <a16:creationId xmlns:a16="http://schemas.microsoft.com/office/drawing/2014/main" id="{95D90932-6578-D8C1-A85B-DF2B0DDD7C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5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454C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5471</TotalTime>
  <Words>817</Words>
  <Application>Microsoft Macintosh PowerPoint</Application>
  <PresentationFormat>Widescreen</PresentationFormat>
  <Paragraphs>80</Paragraphs>
  <Slides>10</Slides>
  <Notes>1</Notes>
  <HiddenSlides>0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Times New Roman</vt:lpstr>
      <vt:lpstr>1_Office Theme</vt:lpstr>
      <vt:lpstr>“A Hybrid Deep Learning and Machine Learning Framework for Fruit Damage Segmentation and Quality Assessment”</vt:lpstr>
      <vt:lpstr>INTRODUCTION</vt:lpstr>
      <vt:lpstr>MOTIVATION </vt:lpstr>
      <vt:lpstr> DATASET  DESCRIPTION</vt:lpstr>
      <vt:lpstr>METHODOLOGY</vt:lpstr>
      <vt:lpstr>LOSS CURVE</vt:lpstr>
      <vt:lpstr>ACCURACY CURVE</vt:lpstr>
      <vt:lpstr>RESULTS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“A Hybrid Deep Learning and Machine Learning Framework for Fruit Damage Segmentation and Quality Assessment”</dc:title>
  <dc:creator>vidya pamidi</dc:creator>
  <cp:lastModifiedBy>Shivani, Bandari</cp:lastModifiedBy>
  <cp:revision>155</cp:revision>
  <dcterms:created xsi:type="dcterms:W3CDTF">2024-11-24T02:20:32Z</dcterms:created>
  <dcterms:modified xsi:type="dcterms:W3CDTF">2025-12-04T03:29:54Z</dcterms:modified>
</cp:coreProperties>
</file>